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5153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takes raw e-commerce data and turns it into business insights, from cleaning to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Olist is a Brazilian marketplace; the data sits in several related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Preparation, querying and visualisation were kept as separate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idea: understand what each blank or zero means before changing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Importing needed care with dates and empty strings.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started with simple queries and moved to more advanced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kept growing through 2017 with a peak in November.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 orders were dispatched late, but many arrived 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customers are satisfied; some categories rate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point comes from the dashboards.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 amt="1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Data Analysis</a:t>
            </a:r>
            <a:endParaRPr lang="en-US" sz="3600" dirty="0">
              <a:solidFill>
                <a:srgbClr val="1F3864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analysis using Excel, MySQL and Power BI</a:t>
            </a:r>
            <a:endParaRPr lang="en-US" sz="2000" dirty="0">
              <a:solidFill>
                <a:srgbClr val="1F38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Olist dataset has customers, orders, products, sellers, payments, deliveries and reviews across multiple tables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understand business performance and identify sales trends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delivery efficiency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customer satisfaction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business recommendations based on the findings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and Workflow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 →  Excel &amp; Power Query  →  MySQL  →  SQL Analysis  →  Power BI  →  Business Insights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Power Query: profiling, cleaning and standardization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 relational database, data integrity checks and analysis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interactive dashboard with slicers and DAX measures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approach: separating preparation, querying and visualization keeps data quality high and makes the findings easy to present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Excel &amp; Power Query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Profiled every table using column quality, distribution and profile views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valid missing values (delivery dates, product weight and dimensions) instead of filling them with averages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Investigated zero freight and zero payment values before deciding anything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only exact duplicate rows in geolocation; trimmed text fields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preserved; cleaned files, data dictionary and cleaning log maintained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Setup: MySQL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the olist_ecommerce database with 9 related tables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cleaned CSVs using LOAD DATA INFILE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STR_TO_DATE() and NULLIF() to fix date and empty-value issues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row counts against source files (e.g. 112,650 order items, 32,951 products)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unmatched records with LEFT JOIN ... IS NULL, then added foreign keys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and aggregations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 and CTEs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 (RANK, LAG, LEAD)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answered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754880" y="16002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categories, sellers and cities by revenue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score groups and on-time vs late delivery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Month-over-month revenue growth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sellers in each state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item price and payment value are different measures, so one was chosen per question.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Sales Overview</a:t>
            </a:r>
            <a:endParaRPr lang="en-US" sz="2800" dirty="0"/>
          </a:p>
        </p:txBody>
      </p:sp>
      <p:pic>
        <p:nvPicPr>
          <p:cNvPr id="4" name="Image 0" descr="/home/claude/p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754880" cy="26609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12344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13.59M from 99K orders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 136.68; 96K customers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peaked in November 2017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categories: health_beauty, watches_gifts, bed_bath_table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Delivery Performance</a:t>
            </a:r>
            <a:endParaRPr lang="en-US" sz="2800" dirty="0"/>
          </a:p>
        </p:txBody>
      </p:sp>
      <p:pic>
        <p:nvPicPr>
          <p:cNvPr id="4" name="Image 0" descr="/home/claude/p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754880" cy="26609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12344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12.5 days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8K orders delivered late; 473 dispatched late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delays happen mostly in transit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 67.33 hours; 3.23 days to reach the carrier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Product Ratings</a:t>
            </a:r>
            <a:endParaRPr lang="en-US" sz="2800" dirty="0"/>
          </a:p>
        </p:txBody>
      </p:sp>
      <p:pic>
        <p:nvPicPr>
          <p:cNvPr id="4" name="Image 0" descr="/home/claude/pg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4754880" cy="266090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123444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review score 4.09 out of 5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57.33K of 99.22K reviews are 5-star; 11.42K are 1-star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rated: cds_dvds_musicals, fashion_childrens_clothes, books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rated: security_and_services, office_furniture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and Recommendations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carriers to reduce transit delays and set realistic delivery estimates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stock and logistics for the November sales peak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low-rated categories such as office furniture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supply strong in top categories like health and beauty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8872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an end-to-end analytics workflow: cleaning, database, SQL analysis and dashboard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and zeros were handled based on business meaning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covers sales, delivery performance and customer ratings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Repository: data_raw, data_cleaned, docs, sql, powerbi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7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A2EB2564-A6E1-7DE0-3AAE-A2447BA77A99}"/>
              </a:ext>
            </a:extLst>
          </p:cNvPr>
          <p:cNvSpPr txBox="1"/>
          <p:nvPr/>
        </p:nvSpPr>
        <p:spPr>
          <a:xfrm>
            <a:off x="3160937" y="2137361"/>
            <a:ext cx="2822125" cy="868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60062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691</Words>
  <Application>Microsoft Office PowerPoint</Application>
  <PresentationFormat>On-screen Show (16:9)</PresentationFormat>
  <Paragraphs>86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Data Analysis</dc:title>
  <dc:subject>PptxGenJS Presentation</dc:subject>
  <dc:creator>PptxGenJS</dc:creator>
  <cp:lastModifiedBy>Pearl Ahuja</cp:lastModifiedBy>
  <cp:revision>4</cp:revision>
  <dcterms:created xsi:type="dcterms:W3CDTF">2026-10-14T18:15:09Z</dcterms:created>
  <dcterms:modified xsi:type="dcterms:W3CDTF">2026-10-14T18:54:39Z</dcterms:modified>
</cp:coreProperties>
</file>